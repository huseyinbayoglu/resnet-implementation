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84"/>
  </p:normalViewPr>
  <p:slideViewPr>
    <p:cSldViewPr snapToGrid="0">
      <p:cViewPr varScale="1">
        <p:scale>
          <a:sx n="131" d="100"/>
          <a:sy n="131" d="100"/>
        </p:scale>
        <p:origin x="8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9805-9278-7E44-8F67-159385927BFC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215A1-8249-3144-8E26-A427D71F2B6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888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9805-9278-7E44-8F67-159385927BFC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215A1-8249-3144-8E26-A427D71F2B6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8939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9805-9278-7E44-8F67-159385927BFC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215A1-8249-3144-8E26-A427D71F2B6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7823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9805-9278-7E44-8F67-159385927BFC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215A1-8249-3144-8E26-A427D71F2B6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8419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9805-9278-7E44-8F67-159385927BFC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215A1-8249-3144-8E26-A427D71F2B6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9529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9805-9278-7E44-8F67-159385927BFC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215A1-8249-3144-8E26-A427D71F2B6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6337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9805-9278-7E44-8F67-159385927BFC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215A1-8249-3144-8E26-A427D71F2B6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1887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9805-9278-7E44-8F67-159385927BFC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215A1-8249-3144-8E26-A427D71F2B6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9989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9805-9278-7E44-8F67-159385927BFC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215A1-8249-3144-8E26-A427D71F2B6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431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9805-9278-7E44-8F67-159385927BFC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215A1-8249-3144-8E26-A427D71F2B6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28892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9805-9278-7E44-8F67-159385927BFC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215A1-8249-3144-8E26-A427D71F2B6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3062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EC59805-9278-7E44-8F67-159385927BFC}" type="datetimeFigureOut">
              <a:rPr lang="tr-TR" smtClean="0"/>
              <a:t>1.05.2026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F89215A1-8249-3144-8E26-A427D71F2B6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90970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FE630ED-1732-2844-5B3C-3F3F9446A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 vert="horz" anchor="ctr">
            <a:normAutofit/>
          </a:bodyPr>
          <a:lstStyle/>
          <a:p>
            <a:pPr algn="ctr"/>
            <a:r>
              <a:rPr lang="tr-TR" sz="4000" dirty="0" err="1">
                <a:solidFill>
                  <a:srgbClr val="000000"/>
                </a:solidFill>
                <a:effectLst/>
                <a:latin typeface="Helvetica" pitchFamily="2" charset="0"/>
              </a:rPr>
              <a:t>Deep</a:t>
            </a:r>
            <a:r>
              <a:rPr lang="tr-TR" sz="400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tr-TR" sz="4000" dirty="0" err="1">
                <a:solidFill>
                  <a:srgbClr val="000000"/>
                </a:solidFill>
                <a:effectLst/>
                <a:latin typeface="Helvetica" pitchFamily="2" charset="0"/>
              </a:rPr>
              <a:t>Residual</a:t>
            </a:r>
            <a:r>
              <a:rPr lang="tr-TR" sz="4000" dirty="0">
                <a:solidFill>
                  <a:srgbClr val="000000"/>
                </a:solidFill>
                <a:effectLst/>
                <a:latin typeface="Helvetica" pitchFamily="2" charset="0"/>
              </a:rPr>
              <a:t> Learning </a:t>
            </a:r>
            <a:r>
              <a:rPr lang="tr-TR" sz="4000" dirty="0" err="1">
                <a:solidFill>
                  <a:srgbClr val="000000"/>
                </a:solidFill>
                <a:effectLst/>
                <a:latin typeface="Helvetica" pitchFamily="2" charset="0"/>
              </a:rPr>
              <a:t>for</a:t>
            </a:r>
            <a:r>
              <a:rPr lang="tr-TR" sz="4000" dirty="0">
                <a:solidFill>
                  <a:srgbClr val="000000"/>
                </a:solidFill>
                <a:effectLst/>
                <a:latin typeface="Helvetica" pitchFamily="2" charset="0"/>
              </a:rPr>
              <a:t> Image </a:t>
            </a:r>
            <a:r>
              <a:rPr lang="tr-TR" sz="4000" dirty="0" err="1">
                <a:solidFill>
                  <a:srgbClr val="000000"/>
                </a:solidFill>
                <a:effectLst/>
                <a:latin typeface="Helvetica" pitchFamily="2" charset="0"/>
              </a:rPr>
              <a:t>Recognition</a:t>
            </a:r>
            <a:endParaRPr lang="tr-TR" sz="40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B6C6296-C3C0-BD12-56F7-4BF05892E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0158" y="5184743"/>
            <a:ext cx="8411852" cy="808348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 err="1"/>
              <a:t>바요글루</a:t>
            </a:r>
            <a:r>
              <a:rPr lang="ko-KR" altLang="en-US" dirty="0"/>
              <a:t> 후세인</a:t>
            </a:r>
            <a:endParaRPr lang="en-US" altLang="ko-KR" dirty="0"/>
          </a:p>
          <a:p>
            <a:r>
              <a:rPr lang="en-US" altLang="ko-KR" dirty="0"/>
              <a:t>202630078</a:t>
            </a:r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EEA2D6C8-EB3E-08B6-1B5C-44BF2F21CC9B}"/>
              </a:ext>
            </a:extLst>
          </p:cNvPr>
          <p:cNvSpPr txBox="1"/>
          <p:nvPr/>
        </p:nvSpPr>
        <p:spPr>
          <a:xfrm>
            <a:off x="1410158" y="2716067"/>
            <a:ext cx="80233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Kaiming</a:t>
            </a:r>
            <a:r>
              <a:rPr lang="tr-TR" sz="2400" dirty="0">
                <a:solidFill>
                  <a:srgbClr val="000000"/>
                </a:solidFill>
                <a:effectLst/>
                <a:latin typeface="Helvetica" pitchFamily="2" charset="0"/>
              </a:rPr>
              <a:t> He    </a:t>
            </a:r>
            <a:r>
              <a:rPr lang="tr-TR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Xiangyu</a:t>
            </a:r>
            <a:r>
              <a:rPr lang="tr-TR" sz="240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tr-TR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Zhang</a:t>
            </a:r>
            <a:r>
              <a:rPr lang="tr-TR" sz="2400" dirty="0">
                <a:solidFill>
                  <a:srgbClr val="000000"/>
                </a:solidFill>
                <a:effectLst/>
                <a:latin typeface="Helvetica" pitchFamily="2" charset="0"/>
              </a:rPr>
              <a:t>    </a:t>
            </a:r>
            <a:r>
              <a:rPr lang="tr-TR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Shaoqing</a:t>
            </a:r>
            <a:r>
              <a:rPr lang="tr-TR" sz="2400" dirty="0">
                <a:solidFill>
                  <a:srgbClr val="000000"/>
                </a:solidFill>
                <a:effectLst/>
                <a:latin typeface="Helvetica" pitchFamily="2" charset="0"/>
              </a:rPr>
              <a:t> Ren    </a:t>
            </a:r>
            <a:r>
              <a:rPr lang="tr-TR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Jian</a:t>
            </a:r>
            <a:r>
              <a:rPr lang="tr-TR" sz="2400" dirty="0">
                <a:solidFill>
                  <a:srgbClr val="000000"/>
                </a:solidFill>
                <a:effectLst/>
                <a:latin typeface="Helvetica" pitchFamily="2" charset="0"/>
              </a:rPr>
              <a:t> Sun</a:t>
            </a:r>
          </a:p>
          <a:p>
            <a:endParaRPr lang="tr-TR" sz="2400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34C49F9A-E818-7015-82CF-272AB5640D53}"/>
              </a:ext>
            </a:extLst>
          </p:cNvPr>
          <p:cNvSpPr txBox="1"/>
          <p:nvPr/>
        </p:nvSpPr>
        <p:spPr>
          <a:xfrm>
            <a:off x="1410158" y="3978827"/>
            <a:ext cx="36579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/>
              <a:t>Best </a:t>
            </a:r>
            <a:r>
              <a:rPr lang="tr-TR" sz="2400" dirty="0" err="1"/>
              <a:t>Paper</a:t>
            </a:r>
            <a:r>
              <a:rPr lang="tr-TR" sz="2400" dirty="0"/>
              <a:t> </a:t>
            </a:r>
            <a:r>
              <a:rPr lang="tr-TR" sz="2400" dirty="0" err="1"/>
              <a:t>Award</a:t>
            </a:r>
            <a:r>
              <a:rPr lang="tr-TR" sz="2400" dirty="0"/>
              <a:t> 2016</a:t>
            </a:r>
          </a:p>
        </p:txBody>
      </p:sp>
    </p:spTree>
    <p:extLst>
      <p:ext uri="{BB962C8B-B14F-4D97-AF65-F5344CB8AC3E}">
        <p14:creationId xmlns:p14="http://schemas.microsoft.com/office/powerpoint/2010/main" val="2777312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F1C0704-0F2E-78B3-45B3-1AE821CF7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214" y="276964"/>
            <a:ext cx="8886884" cy="953669"/>
          </a:xfrm>
        </p:spPr>
        <p:txBody>
          <a:bodyPr anchor="ctr">
            <a:normAutofit/>
          </a:bodyPr>
          <a:lstStyle/>
          <a:p>
            <a:pPr algn="ctr"/>
            <a:r>
              <a:rPr lang="ko-KR" altLang="en-US" sz="3600" dirty="0"/>
              <a:t>문제 정의</a:t>
            </a:r>
            <a:endParaRPr lang="tr-TR" sz="3600" dirty="0"/>
          </a:p>
        </p:txBody>
      </p:sp>
      <p:pic>
        <p:nvPicPr>
          <p:cNvPr id="5" name="İçerik Yer Tutucusu 4" descr="metin, çizgi, yazı tipi, diyagram içeren bir resim&#10;&#10;Açıklama otomatik olarak oluşturuldu">
            <a:extLst>
              <a:ext uri="{FF2B5EF4-FFF2-40B4-BE49-F238E27FC236}">
                <a16:creationId xmlns:a16="http://schemas.microsoft.com/office/drawing/2014/main" id="{1F092E2D-8EB8-5258-F33C-AA87351A45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6298" y="980803"/>
            <a:ext cx="7953055" cy="2984500"/>
          </a:xfrm>
        </p:spPr>
      </p:pic>
    </p:spTree>
    <p:extLst>
      <p:ext uri="{BB962C8B-B14F-4D97-AF65-F5344CB8AC3E}">
        <p14:creationId xmlns:p14="http://schemas.microsoft.com/office/powerpoint/2010/main" val="42181805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rgbClr val="000000"/>
      </a:dk1>
      <a:lt1>
        <a:srgbClr val="FFFFFF"/>
      </a:lt1>
      <a:dk2>
        <a:srgbClr val="1D242E"/>
      </a:dk2>
      <a:lt2>
        <a:srgbClr val="F2F1F1"/>
      </a:lt2>
      <a:accent1>
        <a:srgbClr val="4472C4"/>
      </a:accent1>
      <a:accent2>
        <a:srgbClr val="ED7D31"/>
      </a:accent2>
      <a:accent3>
        <a:srgbClr val="A3A3A3"/>
      </a:accent3>
      <a:accent4>
        <a:srgbClr val="CF9B00"/>
      </a:accent4>
      <a:accent5>
        <a:srgbClr val="5B9BD5"/>
      </a:accent5>
      <a:accent6>
        <a:srgbClr val="70AD47"/>
      </a:accent6>
      <a:hlink>
        <a:srgbClr val="D26012"/>
      </a:hlink>
      <a:folHlink>
        <a:srgbClr val="9A587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40D2A619-F03F-2746-87BA-CB59EDE5970C}" vid="{54B3315B-632A-8C46-9EE0-FDC3419CB7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713</TotalTime>
  <Words>23</Words>
  <Application>Microsoft Macintosh PowerPoint</Application>
  <PresentationFormat>Geniş ekran</PresentationFormat>
  <Paragraphs>6</Paragraphs>
  <Slides>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6" baseType="lpstr">
      <vt:lpstr>Arial</vt:lpstr>
      <vt:lpstr>Helvetica</vt:lpstr>
      <vt:lpstr>Neue Haas Grotesk Text Pro</vt:lpstr>
      <vt:lpstr>Tema1</vt:lpstr>
      <vt:lpstr>Deep Residual Learning for Image Recognition</vt:lpstr>
      <vt:lpstr>문제 정의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Hüseyin Bayoğlu</dc:creator>
  <cp:lastModifiedBy>Hüseyin Bayoğlu</cp:lastModifiedBy>
  <cp:revision>2</cp:revision>
  <dcterms:created xsi:type="dcterms:W3CDTF">2026-05-01T03:12:11Z</dcterms:created>
  <dcterms:modified xsi:type="dcterms:W3CDTF">2026-05-01T15:05:20Z</dcterms:modified>
</cp:coreProperties>
</file>